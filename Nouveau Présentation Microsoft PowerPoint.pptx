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C027C7B-A7B5-4490-93E4-5F479EF8FA92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FEB742B-7DBC-40ED-B404-5519F894F9D4}" type="slidenum">
              <a:rPr lang="fr-FR" smtClean="0"/>
              <a:t>‹N°›</a:t>
            </a:fld>
            <a:endParaRPr lang="fr-F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81950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C7B-A7B5-4490-93E4-5F479EF8FA92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742B-7DBC-40ED-B404-5519F894F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6295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C027C7B-A7B5-4490-93E4-5F479EF8FA92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FEB742B-7DBC-40ED-B404-5519F894F9D4}" type="slidenum">
              <a:rPr lang="fr-FR" smtClean="0"/>
              <a:t>‹N°›</a:t>
            </a:fld>
            <a:endParaRPr lang="fr-FR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224544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C7B-A7B5-4490-93E4-5F479EF8FA92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742B-7DBC-40ED-B404-5519F894F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333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C7B-A7B5-4490-93E4-5F479EF8FA92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742B-7DBC-40ED-B404-5519F894F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23551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C7B-A7B5-4490-93E4-5F479EF8FA92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742B-7DBC-40ED-B404-5519F894F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6195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C7B-A7B5-4490-93E4-5F479EF8FA92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742B-7DBC-40ED-B404-5519F894F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398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0C027C7B-A7B5-4490-93E4-5F479EF8FA92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EFEB742B-7DBC-40ED-B404-5519F894F9D4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19593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0C027C7B-A7B5-4490-93E4-5F479EF8FA92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EFEB742B-7DBC-40ED-B404-5519F894F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9691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C7B-A7B5-4490-93E4-5F479EF8FA92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742B-7DBC-40ED-B404-5519F894F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4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27C7B-A7B5-4490-93E4-5F479EF8FA92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B742B-7DBC-40ED-B404-5519F894F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7292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C027C7B-A7B5-4490-93E4-5F479EF8FA92}" type="datetimeFigureOut">
              <a:rPr lang="fr-FR" smtClean="0"/>
              <a:t>16/06/2023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EB742B-7DBC-40ED-B404-5519F894F9D4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98050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29086E-C065-BE2F-7804-98E186819B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Youtube</a:t>
            </a:r>
            <a:r>
              <a:rPr lang="fr-FR" dirty="0"/>
              <a:t> chanel</a:t>
            </a:r>
          </a:p>
        </p:txBody>
      </p:sp>
    </p:spTree>
    <p:extLst>
      <p:ext uri="{BB962C8B-B14F-4D97-AF65-F5344CB8AC3E}">
        <p14:creationId xmlns:p14="http://schemas.microsoft.com/office/powerpoint/2010/main" val="4093269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7D798A-78E7-CB4E-508C-7004EEF3E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Target audience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1C47D1-76F4-3D7B-D7BC-668E8C54F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People </a:t>
            </a:r>
            <a:r>
              <a:rPr lang="fr-FR" dirty="0" err="1"/>
              <a:t>intersted</a:t>
            </a:r>
            <a:r>
              <a:rPr lang="fr-FR" dirty="0"/>
              <a:t> in travelling in </a:t>
            </a:r>
            <a:r>
              <a:rPr lang="fr-FR" dirty="0" err="1"/>
              <a:t>small</a:t>
            </a:r>
            <a:r>
              <a:rPr lang="fr-FR" dirty="0"/>
              <a:t> budget</a:t>
            </a:r>
          </a:p>
          <a:p>
            <a:r>
              <a:rPr lang="fr-FR" dirty="0"/>
              <a:t>People </a:t>
            </a:r>
            <a:r>
              <a:rPr lang="fr-FR" dirty="0" err="1"/>
              <a:t>intersted</a:t>
            </a:r>
            <a:r>
              <a:rPr lang="fr-FR" dirty="0"/>
              <a:t> to </a:t>
            </a:r>
            <a:r>
              <a:rPr lang="fr-FR" dirty="0" err="1"/>
              <a:t>travel</a:t>
            </a:r>
            <a:r>
              <a:rPr lang="fr-FR" dirty="0"/>
              <a:t> to new </a:t>
            </a:r>
            <a:r>
              <a:rPr lang="fr-FR" dirty="0" err="1"/>
              <a:t>distanation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64279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309BE8-3258-4DF7-3E62-167F85D2D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Ultime goal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09718C-1AB0-D00F-65C6-0A6A81086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Open </a:t>
            </a:r>
            <a:r>
              <a:rPr lang="fr-FR" dirty="0" err="1"/>
              <a:t>our</a:t>
            </a:r>
            <a:r>
              <a:rPr lang="fr-FR" dirty="0"/>
              <a:t> online </a:t>
            </a:r>
            <a:r>
              <a:rPr lang="fr-FR" dirty="0" err="1"/>
              <a:t>travel</a:t>
            </a:r>
            <a:r>
              <a:rPr lang="fr-FR" dirty="0"/>
              <a:t> </a:t>
            </a:r>
            <a:r>
              <a:rPr lang="fr-FR" dirty="0" err="1"/>
              <a:t>agency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47131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0D585-6E15-D8BC-AA5B-60786D76C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to start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A9D11B-DF00-2114-81AD-71F4EA475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Search</a:t>
            </a:r>
            <a:r>
              <a:rPr lang="fr-FR" dirty="0"/>
              <a:t> for </a:t>
            </a:r>
            <a:r>
              <a:rPr lang="fr-FR" dirty="0" err="1"/>
              <a:t>hiding</a:t>
            </a:r>
            <a:r>
              <a:rPr lang="fr-FR" dirty="0"/>
              <a:t> </a:t>
            </a:r>
            <a:r>
              <a:rPr lang="fr-FR" dirty="0" err="1"/>
              <a:t>spaces</a:t>
            </a:r>
            <a:r>
              <a:rPr lang="fr-FR" dirty="0"/>
              <a:t> all over the world</a:t>
            </a:r>
          </a:p>
          <a:p>
            <a:r>
              <a:rPr lang="fr-FR" dirty="0" err="1"/>
              <a:t>Search</a:t>
            </a:r>
            <a:r>
              <a:rPr lang="fr-FR" dirty="0"/>
              <a:t> for non </a:t>
            </a:r>
            <a:r>
              <a:rPr lang="fr-FR" dirty="0" err="1"/>
              <a:t>pricy</a:t>
            </a:r>
            <a:r>
              <a:rPr lang="fr-FR" dirty="0"/>
              <a:t> </a:t>
            </a:r>
            <a:r>
              <a:rPr lang="fr-FR" dirty="0" err="1"/>
              <a:t>hotels</a:t>
            </a:r>
            <a:r>
              <a:rPr lang="fr-FR" dirty="0"/>
              <a:t> for </a:t>
            </a:r>
            <a:r>
              <a:rPr lang="fr-FR" dirty="0" err="1"/>
              <a:t>our</a:t>
            </a:r>
            <a:r>
              <a:rPr lang="fr-FR" dirty="0"/>
              <a:t> followers </a:t>
            </a:r>
          </a:p>
        </p:txBody>
      </p:sp>
    </p:spTree>
    <p:extLst>
      <p:ext uri="{BB962C8B-B14F-4D97-AF65-F5344CB8AC3E}">
        <p14:creationId xmlns:p14="http://schemas.microsoft.com/office/powerpoint/2010/main" val="760728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084945-9085-1784-1AC9-91C5DE410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branding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BAD8BB-8557-919F-743E-68BE54397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800" dirty="0" err="1"/>
              <a:t>Color</a:t>
            </a:r>
            <a:r>
              <a:rPr lang="fr-FR" sz="2800" dirty="0"/>
              <a:t> palette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A67CFD2-846F-2FE9-EB01-AE240E69C1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54" b="33221"/>
          <a:stretch/>
        </p:blipFill>
        <p:spPr>
          <a:xfrm>
            <a:off x="3346924" y="2943227"/>
            <a:ext cx="4572000" cy="811763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C6A9226-452A-B00A-A3B6-9E255B10B8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71" t="14246" b="63933"/>
          <a:stretch/>
        </p:blipFill>
        <p:spPr>
          <a:xfrm>
            <a:off x="1027579" y="4301412"/>
            <a:ext cx="2319345" cy="157818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11E2FD8C-4EDE-7FC1-2421-F73809C8B27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14" t="58770" r="19698" b="9271"/>
          <a:stretch/>
        </p:blipFill>
        <p:spPr>
          <a:xfrm rot="5400000">
            <a:off x="8148735" y="4024995"/>
            <a:ext cx="942393" cy="171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63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F4AB60-FFC1-B801-30E9-387C3E24D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Name </a:t>
            </a:r>
            <a:r>
              <a:rPr lang="fr-FR" dirty="0" err="1"/>
              <a:t>ideas</a:t>
            </a:r>
            <a:endParaRPr lang="fr-FR" dirty="0"/>
          </a:p>
          <a:p>
            <a:pPr marL="0" indent="0">
              <a:buNone/>
            </a:pPr>
            <a:r>
              <a:rPr lang="fr-FR" dirty="0" err="1"/>
              <a:t>Safer</a:t>
            </a:r>
            <a:r>
              <a:rPr lang="fr-FR" dirty="0"/>
              <a:t> </a:t>
            </a:r>
            <a:r>
              <a:rPr lang="ar-MA" dirty="0"/>
              <a:t>سافر</a:t>
            </a:r>
          </a:p>
          <a:p>
            <a:pPr marL="0" indent="0">
              <a:buNone/>
            </a:pPr>
            <a:r>
              <a:rPr lang="fr-FR" dirty="0"/>
              <a:t>Old </a:t>
            </a:r>
            <a:r>
              <a:rPr lang="fr-FR" dirty="0" err="1"/>
              <a:t>suitcase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5463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27</TotalTime>
  <Words>55</Words>
  <Application>Microsoft Office PowerPoint</Application>
  <PresentationFormat>Grand écran</PresentationFormat>
  <Paragraphs>14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Gill Sans MT</vt:lpstr>
      <vt:lpstr>Impact</vt:lpstr>
      <vt:lpstr>Badge</vt:lpstr>
      <vt:lpstr>Youtube chanel</vt:lpstr>
      <vt:lpstr>Target audience </vt:lpstr>
      <vt:lpstr>Ultime goal</vt:lpstr>
      <vt:lpstr>What we need to start </vt:lpstr>
      <vt:lpstr>branding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chanel</dc:title>
  <dc:creator>biyoudimane18@gmail.com</dc:creator>
  <cp:lastModifiedBy>biyoudimane18@gmail.com</cp:lastModifiedBy>
  <cp:revision>1</cp:revision>
  <dcterms:created xsi:type="dcterms:W3CDTF">2023-06-16T13:57:42Z</dcterms:created>
  <dcterms:modified xsi:type="dcterms:W3CDTF">2023-06-16T14:24:52Z</dcterms:modified>
</cp:coreProperties>
</file>