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82DFE6B5-3710-4AB6-BE67-CCC5C91CE0F5}" type="datetimeFigureOut">
              <a:rPr lang="fr-FR" smtClean="0"/>
              <a:t>16/06/2023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5210FEDC-676F-4C48-8587-DB22261311FA}" type="slidenum">
              <a:rPr lang="fr-FR" smtClean="0"/>
              <a:t>‹N°›</a:t>
            </a:fld>
            <a:endParaRPr lang="fr-FR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9513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FE6B5-3710-4AB6-BE67-CCC5C91CE0F5}" type="datetimeFigureOut">
              <a:rPr lang="fr-FR" smtClean="0"/>
              <a:t>16/06/2023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0FEDC-676F-4C48-8587-DB22261311F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3308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FE6B5-3710-4AB6-BE67-CCC5C91CE0F5}" type="datetimeFigureOut">
              <a:rPr lang="fr-FR" smtClean="0"/>
              <a:t>16/06/2023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0FEDC-676F-4C48-8587-DB22261311FA}" type="slidenum">
              <a:rPr lang="fr-FR" smtClean="0"/>
              <a:t>‹N°›</a:t>
            </a:fld>
            <a:endParaRPr lang="fr-FR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90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FE6B5-3710-4AB6-BE67-CCC5C91CE0F5}" type="datetimeFigureOut">
              <a:rPr lang="fr-FR" smtClean="0"/>
              <a:t>16/06/2023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0FEDC-676F-4C48-8587-DB22261311F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1109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FE6B5-3710-4AB6-BE67-CCC5C91CE0F5}" type="datetimeFigureOut">
              <a:rPr lang="fr-FR" smtClean="0"/>
              <a:t>16/06/2023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0FEDC-676F-4C48-8587-DB22261311FA}" type="slidenum">
              <a:rPr lang="fr-FR" smtClean="0"/>
              <a:t>‹N°›</a:t>
            </a:fld>
            <a:endParaRPr lang="fr-FR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45243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FE6B5-3710-4AB6-BE67-CCC5C91CE0F5}" type="datetimeFigureOut">
              <a:rPr lang="fr-FR" smtClean="0"/>
              <a:t>16/06/2023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0FEDC-676F-4C48-8587-DB22261311FA}" type="slidenum">
              <a:rPr lang="fr-FR" smtClean="0"/>
              <a:t>‹N°›</a:t>
            </a:fld>
            <a:endParaRPr lang="fr-FR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9359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FE6B5-3710-4AB6-BE67-CCC5C91CE0F5}" type="datetimeFigureOut">
              <a:rPr lang="fr-FR" smtClean="0"/>
              <a:t>16/06/2023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0FEDC-676F-4C48-8587-DB22261311F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4467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FE6B5-3710-4AB6-BE67-CCC5C91CE0F5}" type="datetimeFigureOut">
              <a:rPr lang="fr-FR" smtClean="0"/>
              <a:t>16/06/2023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0FEDC-676F-4C48-8587-DB22261311FA}" type="slidenum">
              <a:rPr lang="fr-FR" smtClean="0"/>
              <a:t>‹N°›</a:t>
            </a:fld>
            <a:endParaRPr lang="fr-FR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2952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FE6B5-3710-4AB6-BE67-CCC5C91CE0F5}" type="datetimeFigureOut">
              <a:rPr lang="fr-FR" smtClean="0"/>
              <a:t>16/06/2023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0FEDC-676F-4C48-8587-DB22261311F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4867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FE6B5-3710-4AB6-BE67-CCC5C91CE0F5}" type="datetimeFigureOut">
              <a:rPr lang="fr-FR" smtClean="0"/>
              <a:t>16/06/2023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0FEDC-676F-4C48-8587-DB22261311F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372493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FE6B5-3710-4AB6-BE67-CCC5C91CE0F5}" type="datetimeFigureOut">
              <a:rPr lang="fr-FR" smtClean="0"/>
              <a:t>16/06/2023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0FEDC-676F-4C48-8587-DB22261311FA}" type="slidenum">
              <a:rPr lang="fr-FR" smtClean="0"/>
              <a:t>‹N°›</a:t>
            </a:fld>
            <a:endParaRPr lang="fr-FR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83860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FE6B5-3710-4AB6-BE67-CCC5C91CE0F5}" type="datetimeFigureOut">
              <a:rPr lang="fr-FR" smtClean="0"/>
              <a:t>16/06/2023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0FEDC-676F-4C48-8587-DB22261311FA}" type="slidenum">
              <a:rPr lang="fr-FR" smtClean="0"/>
              <a:t>‹N°›</a:t>
            </a:fld>
            <a:endParaRPr lang="fr-FR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14331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FE6B5-3710-4AB6-BE67-CCC5C91CE0F5}" type="datetimeFigureOut">
              <a:rPr lang="fr-FR" smtClean="0"/>
              <a:t>16/06/2023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0FEDC-676F-4C48-8587-DB22261311F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44129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FE6B5-3710-4AB6-BE67-CCC5C91CE0F5}" type="datetimeFigureOut">
              <a:rPr lang="fr-FR" smtClean="0"/>
              <a:t>16/06/2023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0FEDC-676F-4C48-8587-DB22261311FA}" type="slidenum">
              <a:rPr lang="fr-FR" smtClean="0"/>
              <a:t>‹N°›</a:t>
            </a:fld>
            <a:endParaRPr lang="fr-FR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3551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FE6B5-3710-4AB6-BE67-CCC5C91CE0F5}" type="datetimeFigureOut">
              <a:rPr lang="fr-FR" smtClean="0"/>
              <a:t>16/06/2023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0FEDC-676F-4C48-8587-DB22261311FA}" type="slidenum">
              <a:rPr lang="fr-FR" smtClean="0"/>
              <a:t>‹N°›</a:t>
            </a:fld>
            <a:endParaRPr lang="fr-FR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73789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FE6B5-3710-4AB6-BE67-CCC5C91CE0F5}" type="datetimeFigureOut">
              <a:rPr lang="fr-FR" smtClean="0"/>
              <a:t>16/06/2023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0FEDC-676F-4C48-8587-DB22261311FA}" type="slidenum">
              <a:rPr lang="fr-FR" smtClean="0"/>
              <a:t>‹N°›</a:t>
            </a:fld>
            <a:endParaRPr lang="fr-FR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62668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FE6B5-3710-4AB6-BE67-CCC5C91CE0F5}" type="datetimeFigureOut">
              <a:rPr lang="fr-FR" smtClean="0"/>
              <a:t>16/06/2023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0FEDC-676F-4C48-8587-DB22261311FA}" type="slidenum">
              <a:rPr lang="fr-FR" smtClean="0"/>
              <a:t>‹N°›</a:t>
            </a:fld>
            <a:endParaRPr lang="fr-FR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1320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2DFE6B5-3710-4AB6-BE67-CCC5C91CE0F5}" type="datetimeFigureOut">
              <a:rPr lang="fr-FR" smtClean="0"/>
              <a:t>16/06/2023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210FEDC-676F-4C48-8587-DB22261311F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2924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7F2F68B-B5F3-AEBD-5A5C-7CC9070606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Préparation TAFEM</a:t>
            </a:r>
          </a:p>
        </p:txBody>
      </p:sp>
    </p:spTree>
    <p:extLst>
      <p:ext uri="{BB962C8B-B14F-4D97-AF65-F5344CB8AC3E}">
        <p14:creationId xmlns:p14="http://schemas.microsoft.com/office/powerpoint/2010/main" val="2261175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B6B148-54A3-9295-34A7-54737D1B6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Target audience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D731016-8496-9E1B-BBBF-32227BB729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bacheliers</a:t>
            </a:r>
          </a:p>
        </p:txBody>
      </p:sp>
    </p:spTree>
    <p:extLst>
      <p:ext uri="{BB962C8B-B14F-4D97-AF65-F5344CB8AC3E}">
        <p14:creationId xmlns:p14="http://schemas.microsoft.com/office/powerpoint/2010/main" val="4138822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F0A50E-BD7A-21DB-C444-0E174249A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need</a:t>
            </a:r>
            <a:r>
              <a:rPr lang="fr-FR" dirty="0"/>
              <a:t> to start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ED2A641-3FC6-F189-AA81-1C113AE75E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Good wifi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9340064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que">
  <a:themeElements>
    <a:clrScheme name="Organique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que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qu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36</TotalTime>
  <Words>13</Words>
  <Application>Microsoft Office PowerPoint</Application>
  <PresentationFormat>Grand écran</PresentationFormat>
  <Paragraphs>5</Paragraphs>
  <Slides>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6" baseType="lpstr">
      <vt:lpstr>Arial</vt:lpstr>
      <vt:lpstr>Garamond</vt:lpstr>
      <vt:lpstr>Organique</vt:lpstr>
      <vt:lpstr>Préparation TAFEM</vt:lpstr>
      <vt:lpstr>Target audience </vt:lpstr>
      <vt:lpstr>What we need to start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Préparation TAFEM</dc:title>
  <dc:creator>biyoudimane18@gmail.com</dc:creator>
  <cp:lastModifiedBy>biyoudimane18@gmail.com</cp:lastModifiedBy>
  <cp:revision>1</cp:revision>
  <dcterms:created xsi:type="dcterms:W3CDTF">2023-06-16T13:55:40Z</dcterms:created>
  <dcterms:modified xsi:type="dcterms:W3CDTF">2023-06-16T14:32:39Z</dcterms:modified>
</cp:coreProperties>
</file>